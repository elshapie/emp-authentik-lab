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1421ff64cb403d" /><Relationship Type="http://schemas.openxmlformats.org/officeDocument/2006/relationships/extended-properties" Target="/docProps/app.xml" Id="Rfce33819b11947df" /><Relationship Type="http://schemas.openxmlformats.org/officeDocument/2006/relationships/officeDocument" Target="/ppt/presentation.xml" Id="R11488907b76e41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bcec5377434b03"/>
  </p:sldMasterIdLst>
  <p:notesMasterIdLst>
    <p:notesMasterId xmlns:r="http://schemas.openxmlformats.org/officeDocument/2006/relationships" r:id="R369cd9b907574578"/>
  </p:notesMasterIdLst>
  <p:sldIdLst>
    <p:sldId xmlns:r="http://schemas.openxmlformats.org/officeDocument/2006/relationships" id="256" r:id="Rb46f05e2cb5b4371"/>
    <p:sldId xmlns:r="http://schemas.openxmlformats.org/officeDocument/2006/relationships" id="257" r:id="R3b12fc614cb04842"/>
    <p:sldId xmlns:r="http://schemas.openxmlformats.org/officeDocument/2006/relationships" id="258" r:id="R41dcafb5a7b44c12"/>
    <p:sldId xmlns:r="http://schemas.openxmlformats.org/officeDocument/2006/relationships" id="259" r:id="R7710c552d8ee4dfa"/>
    <p:sldId xmlns:r="http://schemas.openxmlformats.org/officeDocument/2006/relationships" id="260" r:id="Rb3ee932a44cf4f3a"/>
    <p:sldId xmlns:r="http://schemas.openxmlformats.org/officeDocument/2006/relationships" id="261" r:id="Rae22880045774390"/>
    <p:sldId xmlns:r="http://schemas.openxmlformats.org/officeDocument/2006/relationships" id="262" r:id="R80d80da4ec5a4bb9"/>
    <p:sldId xmlns:r="http://schemas.openxmlformats.org/officeDocument/2006/relationships" id="263" r:id="Rbf28b9801ae349c2"/>
    <p:sldId xmlns:r="http://schemas.openxmlformats.org/officeDocument/2006/relationships" id="264" r:id="Rea26ba726b374011"/>
    <p:sldId xmlns:r="http://schemas.openxmlformats.org/officeDocument/2006/relationships" id="265" r:id="R1cd87132ecd348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d7b3ec06a64585" /><Relationship Type="http://schemas.openxmlformats.org/officeDocument/2006/relationships/slideMaster" Target="/ppt/slideMasters/slideMaster1.xml" Id="Rc5bcec5377434b03" /><Relationship Type="http://schemas.openxmlformats.org/officeDocument/2006/relationships/notesMaster" Target="/ppt/notesMasters/notesMaster1.xml" Id="R369cd9b907574578" /><Relationship Type="http://schemas.openxmlformats.org/officeDocument/2006/relationships/presProps" Target="/ppt/presProps.xml" Id="R30d57f133d5e4638" /><Relationship Type="http://schemas.openxmlformats.org/officeDocument/2006/relationships/tableStyles" Target="/ppt/tableStyles.xml" Id="Rd06f7bf2b73b409c" /><Relationship Type="http://schemas.openxmlformats.org/officeDocument/2006/relationships/slide" Target="/ppt/slides/slide1.xml" Id="Rb46f05e2cb5b4371" /><Relationship Type="http://schemas.openxmlformats.org/officeDocument/2006/relationships/slide" Target="/ppt/slides/slide2.xml" Id="R3b12fc614cb04842" /><Relationship Type="http://schemas.openxmlformats.org/officeDocument/2006/relationships/slide" Target="/ppt/slides/slide3.xml" Id="R41dcafb5a7b44c12" /><Relationship Type="http://schemas.openxmlformats.org/officeDocument/2006/relationships/slide" Target="/ppt/slides/slide4.xml" Id="R7710c552d8ee4dfa" /><Relationship Type="http://schemas.openxmlformats.org/officeDocument/2006/relationships/slide" Target="/ppt/slides/slide5.xml" Id="Rb3ee932a44cf4f3a" /><Relationship Type="http://schemas.openxmlformats.org/officeDocument/2006/relationships/slide" Target="/ppt/slides/slide6.xml" Id="Rae22880045774390" /><Relationship Type="http://schemas.openxmlformats.org/officeDocument/2006/relationships/slide" Target="/ppt/slides/slide7.xml" Id="R80d80da4ec5a4bb9" /><Relationship Type="http://schemas.openxmlformats.org/officeDocument/2006/relationships/slide" Target="/ppt/slides/slide8.xml" Id="Rbf28b9801ae349c2" /><Relationship Type="http://schemas.openxmlformats.org/officeDocument/2006/relationships/slide" Target="/ppt/slides/slide9.xml" Id="Rea26ba726b374011" /><Relationship Type="http://schemas.openxmlformats.org/officeDocument/2006/relationships/slide" Target="/ppt/slides/slide10.xml" Id="R1cd87132ecd348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d5de4d4e2343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c029e4161f4af2" /><Relationship Type="http://schemas.openxmlformats.org/officeDocument/2006/relationships/notesMaster" Target="/ppt/notesMasters/notesMaster1.xml" Id="R4e2314a577d64e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e361a70114e31" /><Relationship Type="http://schemas.openxmlformats.org/officeDocument/2006/relationships/notesMaster" Target="/ppt/notesMasters/notesMaster1.xml" Id="R0f54bf053a1341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3f2b6cfcfb44de" /><Relationship Type="http://schemas.openxmlformats.org/officeDocument/2006/relationships/notesMaster" Target="/ppt/notesMasters/notesMaster1.xml" Id="Rae6bd45d9ad94a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18a9c754574610" /><Relationship Type="http://schemas.openxmlformats.org/officeDocument/2006/relationships/notesMaster" Target="/ppt/notesMasters/notesMaster1.xml" Id="Rec86690922774e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248fe8ef65488b" /><Relationship Type="http://schemas.openxmlformats.org/officeDocument/2006/relationships/notesMaster" Target="/ppt/notesMasters/notesMaster1.xml" Id="Rdac03867b7db40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b069b1e7e245ef" /><Relationship Type="http://schemas.openxmlformats.org/officeDocument/2006/relationships/notesMaster" Target="/ppt/notesMasters/notesMaster1.xml" Id="Rc63daaf3bdd84d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58c93d940f4f30" /><Relationship Type="http://schemas.openxmlformats.org/officeDocument/2006/relationships/notesMaster" Target="/ppt/notesMasters/notesMaster1.xml" Id="Re9f3ed7a35f84f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e51d215dc0498c" /><Relationship Type="http://schemas.openxmlformats.org/officeDocument/2006/relationships/notesMaster" Target="/ppt/notesMasters/notesMaster1.xml" Id="R75ec771094624c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c8f42b03374e3e" /><Relationship Type="http://schemas.openxmlformats.org/officeDocument/2006/relationships/notesMaster" Target="/ppt/notesMasters/notesMaster1.xml" Id="R2b31b74d459845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33c385d96b4117" /><Relationship Type="http://schemas.openxmlformats.org/officeDocument/2006/relationships/notesMaster" Target="/ppt/notesMasters/notesMaster1.xml" Id="Rdfc02b4a3d2245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de exposición. Actualizar resultados de integración con evidencia real. Referencias: https://developers.onelogin.com/docs/openid-connect/connect-to-onelogin/ ; https://docs.frigate.video/configuration/record/ . No contiene cuentas ni personas identificadas.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de exposición. Actualizar resultados de integración con evidencia real. Referencias: https://developers.onelogin.com/docs/openid-connect/connect-to-onelogin/ ; https://docs.frigate.video/configuration/record/ . No contiene cuentas ni personas identificadas.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de exposición. Actualizar resultados de integración con evidencia real. Referencias: https://developers.onelogin.com/docs/openid-connect/connect-to-onelogin/ ; https://docs.frigate.video/configuration/record/ . No contiene cuentas ni personas identificadas.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de exposición. Actualizar resultados de integración con evidencia real. Referencias: https://developers.onelogin.com/docs/openid-connect/connect-to-onelogin/ ; https://docs.frigate.video/configuration/record/ . No contiene cuentas ni personas identificadas.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de exposición. Actualizar resultados de integración con evidencia real. Referencias: https://developers.onelogin.com/docs/openid-connect/connect-to-onelogin/ ; https://docs.frigate.video/configuration/record/ . No contiene cuentas ni personas identificadas.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de exposición. Actualizar resultados de integración con evidencia real. Referencias: https://developers.onelogin.com/docs/openid-connect/connect-to-onelogin/ ; https://docs.frigate.video/configuration/record/ . No contiene cuentas ni personas identificadas.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de exposición. Actualizar resultados de integración con evidencia real. Referencias: https://developers.onelogin.com/docs/openid-connect/connect-to-onelogin/ ; https://docs.frigate.video/configuration/record/ . No contiene cuentas ni personas identificadas.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de exposición. Actualizar resultados de integración con evidencia real. Referencias: https://developers.onelogin.com/docs/openid-connect/connect-to-onelogin/ ; https://docs.frigate.video/configuration/record/ . No contiene cuentas ni personas identificadas.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de exposición. Actualizar resultados de integración con evidencia real. Referencias: https://developers.onelogin.com/docs/openid-connect/connect-to-onelogin/ ; https://docs.frigate.video/configuration/record/ . No contiene cuentas ni personas identificadas.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de exposición. Actualizar resultados de integración con evidencia real. Referencias: https://developers.onelogin.com/docs/openid-connect/connect-to-onelogin/ ; https://docs.frigate.video/configuration/record/ . No contiene cuentas ni personas identificadas.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6f3e6c39749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a2f2f2f2104428" /><Relationship Type="http://schemas.openxmlformats.org/officeDocument/2006/relationships/slideLayout" Target="/ppt/slideLayouts/slideLayout1.xml" Id="R4c1f9c66d4304f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f9c66d4304f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7f62585c643c2" /><Relationship Type="http://schemas.openxmlformats.org/officeDocument/2006/relationships/notesSlide" Target="/ppt/notesSlides/notesSlide1.xml" Id="R87807c9a053248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f606cdb1846f1" /><Relationship Type="http://schemas.openxmlformats.org/officeDocument/2006/relationships/notesSlide" Target="/ppt/notesSlides/notesSlide2.xml" Id="Rbc41eb62ffee41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db14321d64cf6" /><Relationship Type="http://schemas.openxmlformats.org/officeDocument/2006/relationships/notesSlide" Target="/ppt/notesSlides/notesSlide3.xml" Id="R92f44939a86b44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a05f214834a49" /><Relationship Type="http://schemas.openxmlformats.org/officeDocument/2006/relationships/notesSlide" Target="/ppt/notesSlides/notesSlide4.xml" Id="R4d3220406c6041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c88c6f4874739" /><Relationship Type="http://schemas.openxmlformats.org/officeDocument/2006/relationships/notesSlide" Target="/ppt/notesSlides/notesSlide5.xml" Id="R4e62d4ae059f4e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eaed5d9134e2e" /><Relationship Type="http://schemas.openxmlformats.org/officeDocument/2006/relationships/notesSlide" Target="/ppt/notesSlides/notesSlide6.xml" Id="R52fc6099d2db49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2ef2bccf04abe" /><Relationship Type="http://schemas.openxmlformats.org/officeDocument/2006/relationships/notesSlide" Target="/ppt/notesSlides/notesSlide7.xml" Id="R00e3530d36f54b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2be6c4f254c0e" /><Relationship Type="http://schemas.openxmlformats.org/officeDocument/2006/relationships/notesSlide" Target="/ppt/notesSlides/notesSlide8.xml" Id="R7cb8cc3399094f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13ad8fd2d4e80" /><Relationship Type="http://schemas.openxmlformats.org/officeDocument/2006/relationships/notesSlide" Target="/ppt/notesSlides/notesSlide9.xml" Id="Re08cd72e63974c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dfa1e65464c36" /><Relationship Type="http://schemas.openxmlformats.org/officeDocument/2006/relationships/notesSlide" Target="/ppt/notesSlides/notesSlide10.xml" Id="R4acb7458835e44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CC52B-9DF3-47B2-BC72-2906BE1A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Identity Access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EE5BA-F1B2-42E5-98C5-E6F1A5F9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Control de acceso físico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336DD-64AB-4885-A4D2-51D86CA9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OneLogin · RFID · Frigate · Microsoft 365</a:t>
            </a:r>
          </a:p>
        </p:txBody>
      </p:sp>
    </p:spTree>
    <p:extLst>
      <p:ext uri="{BB962C8B-B14F-4D97-AF65-F5344CB8AC3E}">
        <p14:creationId xmlns:p14="http://schemas.microsoft.com/office/powerpoint/2010/main" val="1096339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0406E-E17A-4F03-B4E8-FBA4059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Siete áreas y 31 puestos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F2C1D-2BA1-4A04-9EE0-F8972707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Dirección: 3     RRHH: 3     TI: 7     IAM: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480E0-6A98-495D-BB0C-F3A7CE23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SOC: 5     Seguridad Física: 5     Auditoría: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4751A-A77A-42B6-B9FE-973B1F0F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Las asignaciones personales se conservan fuera del repositorio</a:t>
            </a:r>
          </a:p>
        </p:txBody>
      </p:sp>
    </p:spTree>
    <p:extLst>
      <p:ext uri="{BB962C8B-B14F-4D97-AF65-F5344CB8AC3E}">
        <p14:creationId xmlns:p14="http://schemas.microsoft.com/office/powerpoint/2010/main" val="916890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D3D93-6BD0-406D-BE77-7A7C977F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Entrada física y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1F8D5-7C2A-449C-A8FA-E198E731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Cuatro perfiles autorizados en el lector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4B5FD-35E6-495F-B074-92142B4E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El operador selecciona entrada o salida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A1B70-13CD-467D-84B2-584881B7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LED y CSV registran la decisión; el video confirma el cruce</a:t>
            </a:r>
          </a:p>
        </p:txBody>
      </p:sp>
    </p:spTree>
    <p:extLst>
      <p:ext uri="{BB962C8B-B14F-4D97-AF65-F5344CB8AC3E}">
        <p14:creationId xmlns:p14="http://schemas.microsoft.com/office/powerpoint/2010/main" val="134951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5C092-CCF0-4750-8AB8-0928F170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Identidad y ciclo de vida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52B25-ECB6-4F2C-870C-C086D124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OneLogin autentica con OIDC y MFA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81F09-BE3D-4ADB-8A26-3908C2EE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SCIM crea, actualiza y retira la cuenta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E8D42-B167-4236-BF93-204ED128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 aplicación revisa el rol actual en cada petición</a:t>
            </a:r>
          </a:p>
        </p:txBody>
      </p:sp>
    </p:spTree>
    <p:extLst>
      <p:ext uri="{BB962C8B-B14F-4D97-AF65-F5344CB8AC3E}">
        <p14:creationId xmlns:p14="http://schemas.microsoft.com/office/powerpoint/2010/main" val="1543062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3C043-8CE7-4E84-B67C-41879F50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Acciones y permisos comprobables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9EE72-D0C5-45C0-9CD4-7E128543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Ingeniero: incrementa el contador de mantenimiento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BF611-52F2-4601-B63C-D9FF46F9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Administrador: cambia el estado del recurso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95D83-EE7F-499B-B1B5-4F8D5665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Auditor y SOC: consultan; una modificación recibe 403</a:t>
            </a:r>
          </a:p>
        </p:txBody>
      </p:sp>
    </p:spTree>
    <p:extLst>
      <p:ext uri="{BB962C8B-B14F-4D97-AF65-F5344CB8AC3E}">
        <p14:creationId xmlns:p14="http://schemas.microsoft.com/office/powerpoint/2010/main" val="19859912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6439E-C6BB-4582-8E45-8D09D193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Monitoreo y grabación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A1CAE-163B-4062-B5DF-E81E7967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Frigate recibe video de Android y iPhone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88A04-5986-46D5-B7A9-0117A888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El hub muestra eventos y abre el NVR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09232-315C-45CB-B2D7-597A2F73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 línea de tiempo relaciona RFID y aplicación por identidad y UTC</a:t>
            </a:r>
          </a:p>
        </p:txBody>
      </p:sp>
    </p:spTree>
    <p:extLst>
      <p:ext uri="{BB962C8B-B14F-4D97-AF65-F5344CB8AC3E}">
        <p14:creationId xmlns:p14="http://schemas.microsoft.com/office/powerpoint/2010/main" val="404638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A4AEE-54D4-4FEC-A9B3-C9C85EF7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Control de solicitudes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814FD-EA08-457C-80A2-D4FD677B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RRHH crea una solicitud por recurso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7720E-0A58-46E4-8270-2697BBF4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Otro operador del área dueña registra aprobación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00B04-0D4F-4685-8AB6-4A4CE5B2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 implementación se cierra con una referencia de evidencia privada</a:t>
            </a:r>
          </a:p>
        </p:txBody>
      </p:sp>
    </p:spTree>
    <p:extLst>
      <p:ext uri="{BB962C8B-B14F-4D97-AF65-F5344CB8AC3E}">
        <p14:creationId xmlns:p14="http://schemas.microsoft.com/office/powerpoint/2010/main" val="21164610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E784A-F8AD-413B-9479-6E037829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Verificación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BA601-85D9-4210-8AC3-07C7BD9F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36 pruebas locales aprobadas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A3266-743E-4907-8F0D-392DC8DE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Permisos, SCIM, CSRF, sesiones previas y operaciones de áreas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14E03-50F3-4525-88FE-EDA8A457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 tests de identidad usan un proveedor simulado; OneLogin real se prueba en el laboratorio</a:t>
            </a:r>
          </a:p>
        </p:txBody>
      </p:sp>
    </p:spTree>
    <p:extLst>
      <p:ext uri="{BB962C8B-B14F-4D97-AF65-F5344CB8AC3E}">
        <p14:creationId xmlns:p14="http://schemas.microsoft.com/office/powerpoint/2010/main" val="17853069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E63D9-BF98-4666-AFE9-D862B91C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Validación pendiente en el entorno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69F2B-7BF7-41D8-8B35-9B205031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OneLogin y Microsoft 365: cuentas, permisos y licencias reales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608DA-6755-46F0-BE54-B362AF78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RFID: confirmar placa, lector, UID y voltajes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47951-DC6E-420A-B3BC-14347B62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Cámaras: rutas, reproducción, móvil y continuidad medida</a:t>
            </a:r>
          </a:p>
        </p:txBody>
      </p:sp>
    </p:spTree>
    <p:extLst>
      <p:ext uri="{BB962C8B-B14F-4D97-AF65-F5344CB8AC3E}">
        <p14:creationId xmlns:p14="http://schemas.microsoft.com/office/powerpoint/2010/main" val="19081166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0F901-6D22-466B-999B-879F8574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Recorrido de 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D6023-17CF-45F0-9827-952C7BE6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Solicitud aprobada → entrada → OneLogin y MFA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AF16F-9F83-4E5E-9861-9415B49F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Mantenimiento permitido → acción de auditor rechazada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CF5D8-6F7D-453E-8AA8-023D3EE9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Cierre y salida → cambio de rol → baja y nueva comprobación</a:t>
            </a:r>
          </a:p>
        </p:txBody>
      </p:sp>
    </p:spTree>
    <p:extLst>
      <p:ext uri="{BB962C8B-B14F-4D97-AF65-F5344CB8AC3E}">
        <p14:creationId xmlns:p14="http://schemas.microsoft.com/office/powerpoint/2010/main" val="1309080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2026-10-03T05:57:31.3140000Z</dcterms:created>
  <dcterms:modified xsi:type="dcterms:W3CDTF">2026-10-03T05:57:31.3140000Z</dcterms:modified>
</coreProperties>
</file>